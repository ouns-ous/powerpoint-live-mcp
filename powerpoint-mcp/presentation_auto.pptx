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93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4F9AE-9584-A591-3506-A307A53EB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7C4927-6E0D-2AEC-E240-D825B81B3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79822A-4D1B-C431-7C0C-5605C585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75199D-BC27-A6B7-569E-10040D74A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5D6958-5526-E7EE-43E3-0BE87032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847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2DC9D7-9E67-FA94-4896-787C977B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4F5D32-34D4-7416-AA3C-DFF6CD4F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44C39F-0D28-8E33-4555-5CBEF0DD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90D786-4919-9B6F-8984-B439A3D3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A7BDA1-64B2-94E9-036E-316D7501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19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148D53-694C-36B4-0D6F-49D14A1CF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B1BD89-C528-8008-2289-4F1C6F7CB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AB3B0A-0E25-917A-E2FD-B2CEF94C0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7753CF-B307-3EB1-386B-1F9340F2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BF01EC-F4DB-0883-E410-4F04F3A5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63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255A8D-CDA1-C027-C90A-B0114E41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5B3B43-4D48-5347-4458-A35018289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72EC44-FE4B-C994-D108-D6F14C729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390317-782F-159B-361B-6CD56742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29FE7D-E68D-4A16-0D90-01803E1A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CE9795-1C58-B3D8-0F3C-EFA98F28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89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800719-1839-E4B0-E0CD-EB814D0BB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342FE2-D509-491A-42DB-FD6E6262F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8B85B0-634C-B3D2-9625-D21A44E1C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43408A5-FEB7-8322-3EA0-C18103EAA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4A76205-FBE2-C708-FE5C-1283D195F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4711175-F261-1E53-B91A-E57F86A8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25CD0E-F169-3613-601E-3C5CD64F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018E174-C05D-C379-2DB2-C5ACBEDC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929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9A9293-49D7-0A0B-168D-C8FF3EA4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19E247-DFC9-7267-2639-943A44BE9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89C853-4B12-0042-B35A-6CC9EC04B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2E1A49-EE1B-5765-CE0B-A8FEF525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02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095936-A6B5-A915-BCFB-DC0D4347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2DBE41-98C0-D357-2E63-087684F9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A7D1ED-7558-8C19-EF6C-44EB9A1DB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89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573E4-C8AC-6916-D74B-7701D6FA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814D42-F96C-C7BA-FA79-5E35B85A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CB91E7-8BA2-E515-B084-5A834FE68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459D49-6922-9951-E0EB-B03CF540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BBB917-A247-DB9A-8C40-60CAAA54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8502DD-079F-285A-AE78-7D155EE0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02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280070-29BE-7218-2628-86B3A369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3E52094-087E-989C-C1AF-5BD6B2BE509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D6BA31-C499-DB51-D23E-4B0571675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E45866-71FB-786D-3ED5-9FB796F4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FEF833-3464-73F2-6C88-895389D7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5F6527-C23D-9A37-C422-62E91376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412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802239-C3B0-672F-6AFA-8749FA5B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2899E9A-F245-43F8-7D56-F674F8F04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95EC53-8CFC-749E-7875-605DAE50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AD0E8B-A352-BFDD-F46A-E8141D8BB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728D48-6C16-FEBB-65C5-A70E058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73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729519-FCCE-7A36-C366-E8A233111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046DD0-EC4F-9E6D-46E2-1FC585A4E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65AA42-B63F-1017-8575-B0136686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8E17D-B27F-AE8B-1189-CF1322192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4F2DD2-2B62-21B0-696E-06C60D03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052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40E3A6-14D9-0F34-EC32-57914539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158372-37D4-9919-055C-517635F14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2411E2-CD1C-1A51-6FF2-E492CF369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DB1E4-3099-4EE5-B9B6-3C5818A9ECFE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2F70A2-F1CF-956C-A4F7-92CC51111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FBE4FF-C89A-B777-7B64-5EEEF43C1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746C1-F124-4F7E-94E1-1C1FD23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20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32B"/>
            </a:gs>
            <a:gs pos="100000">
              <a:srgbClr val="1C254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3BEC1E1-E570-A418-DDBA-B7162524C252}"/>
              </a:ext>
            </a:extLst>
          </p:cNvPr>
          <p:cNvSpPr/>
          <p:nvPr/>
        </p:nvSpPr>
        <p:spPr>
          <a:xfrm>
            <a:off x="1016000" y="889000"/>
            <a:ext cx="2667000" cy="4064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🚀 ANTIGRAVITY MCP LIVE</a:t>
            </a:r>
          </a:p>
        </p:txBody>
      </p:sp>
      <p:sp useBgFill="1">
        <p:nvSpPr>
          <p:cNvPr id="3" name="ZoneTexte 2">
            <a:extLst>
              <a:ext uri="{FF2B5EF4-FFF2-40B4-BE49-F238E27FC236}">
                <a16:creationId xmlns:a16="http://schemas.microsoft.com/office/drawing/2014/main" id="{A8B671FA-0B07-9A02-617F-B5A80229EDD8}"/>
              </a:ext>
            </a:extLst>
          </p:cNvPr>
          <p:cNvSpPr txBox="1"/>
          <p:nvPr/>
        </p:nvSpPr>
        <p:spPr>
          <a:xfrm>
            <a:off x="1016000" y="1524000"/>
            <a:ext cx="10160000" cy="75918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3600" b="1">
                <a:solidFill>
                  <a:srgbClr val="F8FAFC"/>
                </a:solidFill>
                <a:latin typeface="Segoe UI" panose="020B0502040204020203" pitchFamily="34" charset="0"/>
              </a:rPr>
              <a:t>PowerPoint MCP est Opérationnel !</a:t>
            </a:r>
          </a:p>
        </p:txBody>
      </p:sp>
      <p:sp useBgFill="1">
        <p:nvSpPr>
          <p:cNvPr id="4" name="ZoneTexte 3">
            <a:extLst>
              <a:ext uri="{FF2B5EF4-FFF2-40B4-BE49-F238E27FC236}">
                <a16:creationId xmlns:a16="http://schemas.microsoft.com/office/drawing/2014/main" id="{B443FEFF-73F2-0E7D-C658-FC9BD4BF08C2}"/>
              </a:ext>
            </a:extLst>
          </p:cNvPr>
          <p:cNvSpPr txBox="1"/>
          <p:nvPr/>
        </p:nvSpPr>
        <p:spPr>
          <a:xfrm>
            <a:off x="1016000" y="2667000"/>
            <a:ext cx="10160000" cy="75918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>
                <a:solidFill>
                  <a:srgbClr val="94A3B8"/>
                </a:solidFill>
                <a:latin typeface="Segoe UI" panose="020B0502040204020203" pitchFamily="34" charset="0"/>
              </a:rPr>
              <a:t>Tout a été configuré automatiquement par Antigravity.
Toutes les commandes sont connectées directement à votre PowerPoint local.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973375F-6EB2-BDEB-04B4-76324964328E}"/>
              </a:ext>
            </a:extLst>
          </p:cNvPr>
          <p:cNvSpPr/>
          <p:nvPr/>
        </p:nvSpPr>
        <p:spPr>
          <a:xfrm>
            <a:off x="1016000" y="3937000"/>
            <a:ext cx="3175000" cy="1778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fr-FR" b="1">
                <a:solidFill>
                  <a:srgbClr val="F8FAFC"/>
                </a:solidFill>
                <a:latin typeface="Segoe UI" panose="020B0502040204020203" pitchFamily="34" charset="0"/>
              </a:rPr>
              <a:t>⚡ Antigravity MCP
Connecté en natif via Stdio transport. 23 outils disponibles.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E89DA-B274-CDE8-3A6A-0130C42D9D6E}"/>
              </a:ext>
            </a:extLst>
          </p:cNvPr>
          <p:cNvSpPr/>
          <p:nvPr/>
        </p:nvSpPr>
        <p:spPr>
          <a:xfrm>
            <a:off x="1066800" y="3962400"/>
            <a:ext cx="3073400" cy="635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7A1C2CE-EFEE-2337-6496-8F79D7B0E422}"/>
              </a:ext>
            </a:extLst>
          </p:cNvPr>
          <p:cNvSpPr/>
          <p:nvPr/>
        </p:nvSpPr>
        <p:spPr>
          <a:xfrm>
            <a:off x="4508500" y="3937000"/>
            <a:ext cx="3175000" cy="1778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fr-FR" b="1">
                <a:solidFill>
                  <a:srgbClr val="F8FAFC"/>
                </a:solidFill>
                <a:latin typeface="Segoe UI" panose="020B0502040204020203" pitchFamily="34" charset="0"/>
              </a:rPr>
              <a:t>🤖 Claude Desktop
Configuré dans AppData/Roaming/Claude. Prêt à l'emploi.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2BE65C-B5A3-B0AA-0F3F-2C7E6BF2B719}"/>
              </a:ext>
            </a:extLst>
          </p:cNvPr>
          <p:cNvSpPr/>
          <p:nvPr/>
        </p:nvSpPr>
        <p:spPr>
          <a:xfrm>
            <a:off x="4559300" y="3962400"/>
            <a:ext cx="3073400" cy="635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512EA43-962D-7AE1-865E-8F1B4A1D923F}"/>
              </a:ext>
            </a:extLst>
          </p:cNvPr>
          <p:cNvSpPr/>
          <p:nvPr/>
        </p:nvSpPr>
        <p:spPr>
          <a:xfrm>
            <a:off x="8001000" y="3937000"/>
            <a:ext cx="3175000" cy="1778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fr-FR" b="1">
                <a:solidFill>
                  <a:srgbClr val="F8FAFC"/>
                </a:solidFill>
                <a:latin typeface="Segoe UI" panose="020B0502040204020203" pitchFamily="34" charset="0"/>
              </a:rPr>
              <a:t>🗄️ Databases Produits
SQLite &amp; JSON initialisés avec succès dans les 2 dossiers.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15B8D-C751-1B4C-953F-7969284B8800}"/>
              </a:ext>
            </a:extLst>
          </p:cNvPr>
          <p:cNvSpPr/>
          <p:nvPr/>
        </p:nvSpPr>
        <p:spPr>
          <a:xfrm>
            <a:off x="8051800" y="3962400"/>
            <a:ext cx="3073400" cy="635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07870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F736867D-E228-58C3-F589-60904FE3AFF4}"/>
              </a:ext>
            </a:extLst>
          </p:cNvPr>
          <p:cNvSpPr txBox="1"/>
          <p:nvPr/>
        </p:nvSpPr>
        <p:spPr>
          <a:xfrm>
            <a:off x="1016000" y="5080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Catalogue des 4 Produits High-Tech</a:t>
            </a:r>
          </a:p>
        </p:txBody>
      </p:sp>
      <p:sp useBgFill="1">
        <p:nvSpPr>
          <p:cNvPr id="3" name="ZoneTexte 2">
            <a:extLst>
              <a:ext uri="{FF2B5EF4-FFF2-40B4-BE49-F238E27FC236}">
                <a16:creationId xmlns:a16="http://schemas.microsoft.com/office/drawing/2014/main" id="{0C19EE7C-98B4-557A-5CA8-DC3F892F1EE6}"/>
              </a:ext>
            </a:extLst>
          </p:cNvPr>
          <p:cNvSpPr txBox="1"/>
          <p:nvPr/>
        </p:nvSpPr>
        <p:spPr>
          <a:xfrm>
            <a:off x="1016000" y="1079500"/>
            <a:ext cx="10160000" cy="436017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1500">
                <a:solidFill>
                  <a:srgbClr val="64748B"/>
                </a:solidFill>
                <a:latin typeface="Segoe UI" panose="020B0502040204020203" pitchFamily="34" charset="0"/>
              </a:rPr>
              <a:t>Données synchronisées automatiquement depuis SQLite (database_4_produits/products.db)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EA22B90-A488-7E37-5D25-93940BF6D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74875"/>
              </p:ext>
            </p:extLst>
          </p:nvPr>
        </p:nvGraphicFramePr>
        <p:xfrm>
          <a:off x="1016000" y="1714500"/>
          <a:ext cx="101600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488652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94533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9132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470727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27998568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Produit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Catégorie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Prix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Stock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Évaluation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57093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Sony WH-1000XM5 ANC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Audio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$349.99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45 unités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4.8 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08363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MacBook Pro 16\" M3 Pro</a:t>
                      </a:r>
                      <a:endParaRPr lang="fr-FR" sz="1400" b="0">
                        <a:solidFill>
                          <a:srgbClr val="334155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PC Portables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$2,499.00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18 unités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4.9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5907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Logitech MX Master 3S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Périphériques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$99.99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120 unités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4.7 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89548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Samsung Odyssey G9 OLED 49\"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Gaming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$1,299.99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12 unités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4.6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46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315712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Personnalisé</PresentationFormat>
  <Paragraphs>33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Oussama OUNS</dc:creator>
  <cp:lastModifiedBy>Oussama OUNS</cp:lastModifiedBy>
  <cp:revision>1</cp:revision>
  <dcterms:created xsi:type="dcterms:W3CDTF">2026-10-09T10:49:37Z</dcterms:created>
  <dcterms:modified xsi:type="dcterms:W3CDTF">2026-10-09T10:49:37Z</dcterms:modified>
</cp:coreProperties>
</file>